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>
      <p:cViewPr varScale="1">
        <p:scale>
          <a:sx n="94" d="100"/>
          <a:sy n="94" d="100"/>
        </p:scale>
        <p:origin x="2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A519B-6BDC-7E27-B894-E94B247C8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0C1296-F69F-03AB-6339-452540E4C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BEFFE-22A8-A32C-A515-8E0FC9FF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5CBBA1-93A3-BDB0-B354-43B79CB2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1D4663-65E2-04E4-E596-168CEB9E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97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7B211-4A86-443F-D67F-95E097F2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830210-A4B7-89B3-F497-957F6B47B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FC6608-B535-C485-ACF0-09C54818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64B659-C232-78CC-2542-3923180A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32D60-9D24-228C-E3EC-159A6A68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98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461C1-9A00-F23C-F2E1-4B534535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76886D-F2C3-1C8B-2249-2132ABF03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90DBEA-1919-F09A-19E1-99357BDE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7504BB-C38A-F95B-0DDD-D1FB5469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540765-8C03-3578-AED0-B04E9420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77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7B239-B6FC-9923-529A-64BEE228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4168D2-39F7-4D1A-6272-DF127853C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0E25F3-325D-88CA-0E20-B51992630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4A52A9-9F0A-96F8-D403-36F22CE7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EE1014-7CD5-25A0-0F93-FA65B876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360E84-0440-CF9E-B892-CFAB6788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3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D19D3-53D9-3C44-850B-6462F2F1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90B3F8-8D57-86C3-2919-49E473834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AF120B-E16C-0ADF-F4B8-F5C0CB40E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B2C4BF-DFE1-7CBF-B954-3A199CBDE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3E2BB1-784E-BA6B-A9AE-263CF8195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AEB59A-F4F1-6809-71A4-1AD6FE41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D5A39E-48AF-A2C8-A6F3-3F88FB71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C2B45D1-A791-135F-A2BC-A86C3DEF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8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564A1-58E1-96AD-4276-19288256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C5CA69-6BFC-C276-446A-DFB80DFC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C67380-FAE7-B364-086E-E6E67FED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7D6F57-1C45-C06C-424E-5672EA25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352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326BE43-1243-4F12-F8B7-9423824C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12A31C-72CE-6755-CCDD-D370EEE7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48B534-A7FA-6100-6869-5E70B37A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42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31EF9-D935-CF0F-591B-32D9F014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4661F3-792B-7707-E5CD-49542B3A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77D32E-4EEE-7474-3669-D7224B26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19FD19-743D-F48F-7720-84B1780B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796AFA-D4EF-5F21-2A6F-BF4CCB94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5C9C93-9E19-F023-3A64-47CE9FE3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29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015869-8A6C-AAB1-5961-8774D173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A99A24-EE94-7386-76F0-428DFF3C9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B05A9C-4A66-0A24-4584-B3CF9AAAA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5D8175-DA37-EBFB-FFE5-1923BB14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65836F-12B9-5E79-89B1-8611A0D2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A6F8C2-057A-3C30-FA28-72806445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56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594F9-128D-E13B-B733-46F40F93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49D3B1-0D78-923F-94A9-F6BA17834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2651C5-0F3E-3922-495B-42D9F478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9C6D55-4B83-E13F-27BF-82FD3E30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58AD-A154-6966-DFF0-A618AABF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1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619CE6-3CDE-2875-7825-857CAC579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C83AEA-9E60-9DA9-E5C7-8F8940C1D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EAC0C4-2DEF-C7E5-07AD-397076F8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11691E-6885-0A96-D4BD-46B4EC81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3C0D49-2C56-CB56-5D52-53DE6C3D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6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1EDF211-423E-7895-753E-99DD3366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BCA61B-D943-C8EF-792A-6FE7E061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A38386-7C17-721C-EC70-A42AE546E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F999C-71CC-084E-A266-8F751E9E5FA5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838CA0-6CE1-8463-7F3E-CCBFDBD00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5B98C1-AC1D-64A4-8572-DABD692F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624C-34BD-AB42-8E98-964AD23C95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65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2D4A1-AF6A-F0EA-E32F-BF260E6D9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Elternabend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7FFE8E-3847-E38A-EB37-A852876F62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70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526BFD-B6C6-7A72-3CE2-5FD4F01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Leitungsteam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844AEC-3033-AE4F-2BE6-6340BB07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10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4594F-556B-85FF-D352-91C09E59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784778-AF8E-6226-CDFE-35C30530C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172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8BA9-5947-72B7-E44D-4669AB67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Motto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37CBF8-A02A-8B7F-3A50-51AE539F1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46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8CFE6-3DB5-3B42-B805-99C5E512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Packliste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E5E733-9090-9AE2-FBA6-FBA5EA39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39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A83CDF-DAD5-4D39-5C2D-560EB0A0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E20627-8112-8F0E-3FAA-5A2E839F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 descr="Tief hoch stapeln: So packen Sie Ihren Rucksack optimal">
            <a:extLst>
              <a:ext uri="{FF2B5EF4-FFF2-40B4-BE49-F238E27FC236}">
                <a16:creationId xmlns:a16="http://schemas.microsoft.com/office/drawing/2014/main" id="{61F220E6-73BB-90DF-BCC7-8EE85EDC4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0"/>
            <a:ext cx="6172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84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34E69-3203-E28C-57FF-DF9849B0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Lagerplatz</a:t>
            </a:r>
          </a:p>
        </p:txBody>
      </p:sp>
      <p:pic>
        <p:nvPicPr>
          <p:cNvPr id="5" name="Inhaltsplatzhalter 4" descr="Ein Bild, das Screenshot, Karte, Luftfotografie, Luftbild enthält.&#10;&#10;KI-generierte Inhalte können fehlerhaft sein.">
            <a:extLst>
              <a:ext uri="{FF2B5EF4-FFF2-40B4-BE49-F238E27FC236}">
                <a16:creationId xmlns:a16="http://schemas.microsoft.com/office/drawing/2014/main" id="{179AB19B-344C-CBE2-529C-9597830C2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501" y="1825625"/>
            <a:ext cx="6348997" cy="4351338"/>
          </a:xfrm>
        </p:spPr>
      </p:pic>
    </p:spTree>
    <p:extLst>
      <p:ext uri="{BB962C8B-B14F-4D97-AF65-F5344CB8AC3E}">
        <p14:creationId xmlns:p14="http://schemas.microsoft.com/office/powerpoint/2010/main" val="99273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B7D418A48BDD3459C6C2C5F25BB4BE7" ma:contentTypeVersion="15" ma:contentTypeDescription="Ein neues Dokument erstellen." ma:contentTypeScope="" ma:versionID="928b961a3c1b53ac050d0bfd1ec1aed5">
  <xsd:schema xmlns:xsd="http://www.w3.org/2001/XMLSchema" xmlns:xs="http://www.w3.org/2001/XMLSchema" xmlns:p="http://schemas.microsoft.com/office/2006/metadata/properties" xmlns:ns2="394bdd28-6b9a-40e0-a9ad-0ff58ba24fc5" xmlns:ns3="d72823a5-5761-4b95-9f6f-25a67fde79f7" targetNamespace="http://schemas.microsoft.com/office/2006/metadata/properties" ma:root="true" ma:fieldsID="d0ef3d4a8f27e16cfa4e296aad96a7fa" ns2:_="" ns3:_="">
    <xsd:import namespace="394bdd28-6b9a-40e0-a9ad-0ff58ba24fc5"/>
    <xsd:import namespace="d72823a5-5761-4b95-9f6f-25a67fde79f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bdd28-6b9a-40e0-a9ad-0ff58ba24f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b30cd3f-147b-403a-8b50-a5b39dc1b908}" ma:internalName="TaxCatchAll" ma:showField="CatchAllData" ma:web="394bdd28-6b9a-40e0-a9ad-0ff58ba24f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823a5-5761-4b95-9f6f-25a67fde79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d07c43c0-1dba-4c87-a8e0-836e07724b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2823a5-5761-4b95-9f6f-25a67fde79f7">
      <Terms xmlns="http://schemas.microsoft.com/office/infopath/2007/PartnerControls"/>
    </lcf76f155ced4ddcb4097134ff3c332f>
    <TaxCatchAll xmlns="394bdd28-6b9a-40e0-a9ad-0ff58ba24fc5" xsi:nil="true"/>
  </documentManagement>
</p:properties>
</file>

<file path=customXml/itemProps1.xml><?xml version="1.0" encoding="utf-8"?>
<ds:datastoreItem xmlns:ds="http://schemas.openxmlformats.org/officeDocument/2006/customXml" ds:itemID="{17F08BCC-CA18-4D01-BA46-89AE23032650}"/>
</file>

<file path=customXml/itemProps2.xml><?xml version="1.0" encoding="utf-8"?>
<ds:datastoreItem xmlns:ds="http://schemas.openxmlformats.org/officeDocument/2006/customXml" ds:itemID="{4CCDD38B-6830-41F9-95B4-59345AE89E41}"/>
</file>

<file path=customXml/itemProps3.xml><?xml version="1.0" encoding="utf-8"?>
<ds:datastoreItem xmlns:ds="http://schemas.openxmlformats.org/officeDocument/2006/customXml" ds:itemID="{D06AD073-9631-4DA7-A2D8-3F6608F8920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Breitbild</PresentationFormat>
  <Paragraphs>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Elternabend</vt:lpstr>
      <vt:lpstr>Leitungsteam</vt:lpstr>
      <vt:lpstr>Programm</vt:lpstr>
      <vt:lpstr>Motto</vt:lpstr>
      <vt:lpstr>Packliste</vt:lpstr>
      <vt:lpstr>PowerPoint-Präsentation</vt:lpstr>
      <vt:lpstr>Lagerplatz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Atuma  Kenny</dc:creator>
  <cp:lastModifiedBy>Atuma  Kenny</cp:lastModifiedBy>
  <cp:revision>1</cp:revision>
  <dcterms:created xsi:type="dcterms:W3CDTF">2025-04-19T20:37:06Z</dcterms:created>
  <dcterms:modified xsi:type="dcterms:W3CDTF">2025-04-19T20:43:35Z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0x0101007B7D418A48BDD3459C6C2C5F25BB4BE7</vt:lpwstr>
  </property>
</Properties>
</file>